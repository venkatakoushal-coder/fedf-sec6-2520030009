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1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37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0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67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97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78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0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26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9A82-13E6-42FF-9507-B7CAC1F0975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38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260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 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0CCC29-A1C7-54C9-B66E-C5D6A1D4561D}"/>
              </a:ext>
            </a:extLst>
          </p:cNvPr>
          <p:cNvSpPr txBox="1"/>
          <p:nvPr/>
        </p:nvSpPr>
        <p:spPr>
          <a:xfrm>
            <a:off x="553616" y="935291"/>
            <a:ext cx="11417559" cy="3878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“traversal” we mean visiting all the nodes in a graph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strategies can be speciﬁed by the ordering of the three objects to visit: the current node, the left subtree, and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assume the  left subtree always comes before the right subtree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strategies.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left subtree, the current node,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current node, the left subtree,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ordering is: the left subtree, the right subtree, the current node.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0405" b="6871"/>
          <a:stretch/>
        </p:blipFill>
        <p:spPr>
          <a:xfrm>
            <a:off x="2895171" y="4906934"/>
            <a:ext cx="5219971" cy="18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5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Inorder</a:t>
            </a:r>
            <a:r>
              <a:rPr lang="en-US" sz="3200" b="1" dirty="0">
                <a:solidFill>
                  <a:srgbClr val="FF0000"/>
                </a:solidFill>
              </a:rPr>
              <a:t>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57200" y="1535668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472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 flipV="1">
            <a:off x="5105400" y="1905000"/>
            <a:ext cx="152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308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3581400" y="30480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424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657600" y="2972594"/>
            <a:ext cx="229394" cy="2278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528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>
            <a:off x="4876403" y="3047603"/>
            <a:ext cx="22939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18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800600" y="21336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517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24600" y="20574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11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64770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67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flipV="1">
            <a:off x="6553200" y="3124994"/>
            <a:ext cx="229394" cy="2278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09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rot="16200000" flipH="1">
            <a:off x="7772003" y="3200003"/>
            <a:ext cx="22939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841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Preorder </a:t>
            </a:r>
            <a:r>
              <a:rPr lang="en-US" sz="3200" b="1" dirty="0">
                <a:solidFill>
                  <a:srgbClr val="FF0000"/>
                </a:solidFill>
              </a:rPr>
              <a:t>Traversal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33400" y="1219201"/>
            <a:ext cx="11201400" cy="4525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200" b="1" dirty="0"/>
              <a:t>Using recursion, the function will print the current value, call itself on the left sub-tree, and then call itself on the right sub-tree.</a:t>
            </a:r>
          </a:p>
          <a:p>
            <a:pPr marL="0" indent="0" fontAlgn="base">
              <a:buNone/>
            </a:pPr>
            <a:r>
              <a:rPr lang="en-US" sz="2200" b="1" dirty="0"/>
              <a:t>The result is that it prints the tree's values.... pre order.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/>
              <a:t>Preorder (</a:t>
            </a:r>
            <a:r>
              <a:rPr lang="en-US" sz="2200" b="1" dirty="0">
                <a:solidFill>
                  <a:srgbClr val="FF0000"/>
                </a:solidFill>
              </a:rPr>
              <a:t>Root, Left, Right</a:t>
            </a:r>
            <a:r>
              <a:rPr lang="en-US" sz="2200" b="1" dirty="0"/>
              <a:t>)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Uses of preorder</a:t>
            </a:r>
          </a:p>
          <a:p>
            <a:pPr marL="361950" indent="-361950"/>
            <a:r>
              <a:rPr lang="en-US" sz="2200" b="1" dirty="0"/>
              <a:t>Preorder traversal is used to get prefix expression on of an expression tree. </a:t>
            </a:r>
          </a:p>
          <a:p>
            <a:pPr>
              <a:buNone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5160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Preorder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040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rot="5400000">
            <a:off x="5638403" y="1371997"/>
            <a:ext cx="30559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901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 flipV="1">
            <a:off x="4876800" y="2133600"/>
            <a:ext cx="3048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132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3505202" y="3200400"/>
            <a:ext cx="228601" cy="2286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3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814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4838701" y="3162300"/>
            <a:ext cx="228601" cy="152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061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4953001" y="2133601"/>
            <a:ext cx="304801" cy="1523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78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6400800" y="21336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941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6553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533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65532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15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7696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94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Postorder</a:t>
            </a:r>
            <a:r>
              <a:rPr lang="en-US" sz="3200" b="1" dirty="0">
                <a:solidFill>
                  <a:srgbClr val="FF0000"/>
                </a:solidFill>
              </a:rPr>
              <a:t> Traversal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33400" y="1219201"/>
            <a:ext cx="11277600" cy="4525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200" b="1" dirty="0"/>
              <a:t>Using recursion, the function will call itself on the left sub-tree, then call itself on the right sub-tree and print the current value.</a:t>
            </a:r>
          </a:p>
          <a:p>
            <a:pPr marL="0" indent="0" fontAlgn="base">
              <a:buNone/>
            </a:pPr>
            <a:r>
              <a:rPr lang="en-US" sz="2200" b="1" dirty="0"/>
              <a:t>The result is that it prints the tree's values.... post order.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 err="1"/>
              <a:t>Postorder</a:t>
            </a:r>
            <a:r>
              <a:rPr lang="en-US" sz="2200" b="1" dirty="0"/>
              <a:t> (</a:t>
            </a:r>
            <a:r>
              <a:rPr lang="en-US" sz="2200" b="1" dirty="0">
                <a:solidFill>
                  <a:srgbClr val="FF0000"/>
                </a:solidFill>
              </a:rPr>
              <a:t>Left, Right, Root</a:t>
            </a:r>
            <a:r>
              <a:rPr lang="en-US" sz="2200" b="1" dirty="0"/>
              <a:t>)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Uses of preorder</a:t>
            </a:r>
          </a:p>
          <a:p>
            <a:pPr marL="361950" indent="-361950"/>
            <a:r>
              <a:rPr lang="en-US" sz="2200" b="1" dirty="0" err="1"/>
              <a:t>Postorder</a:t>
            </a:r>
            <a:r>
              <a:rPr lang="en-US" sz="2200" b="1" dirty="0"/>
              <a:t> traversal is also useful to get the postfix expression of an expression tree.</a:t>
            </a:r>
          </a:p>
        </p:txBody>
      </p:sp>
    </p:spTree>
    <p:extLst>
      <p:ext uri="{BB962C8B-B14F-4D97-AF65-F5344CB8AC3E}">
        <p14:creationId xmlns:p14="http://schemas.microsoft.com/office/powerpoint/2010/main" val="289150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Postorder</a:t>
            </a:r>
            <a:r>
              <a:rPr lang="en-US" sz="3200" b="1" dirty="0">
                <a:solidFill>
                  <a:schemeClr val="bg1"/>
                </a:solidFill>
              </a:rPr>
              <a:t>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932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 flipV="1">
            <a:off x="4876803" y="2133600"/>
            <a:ext cx="304799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343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118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558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4800600" y="30480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266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V="1">
            <a:off x="4838700" y="30099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676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4876800" y="21336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616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6400800" y="21336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50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6477000" y="32004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915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6553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51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7696200" y="3124200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4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>
            <a:off x="76962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40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>
            <a:off x="6477000" y="21336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3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Widescreen</PresentationFormat>
  <Paragraphs>650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Monotype Sorts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Inorder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Preorder Traversal</vt:lpstr>
      <vt:lpstr>Preorder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Postorder Traversal</vt:lpstr>
      <vt:lpstr>Postorder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2026-04-15T07:36:06Z</dcterms:created>
  <dcterms:modified xsi:type="dcterms:W3CDTF">2026-04-15T07:36:34Z</dcterms:modified>
</cp:coreProperties>
</file>