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7" autoAdjust="0"/>
    <p:restoredTop sz="94660"/>
  </p:normalViewPr>
  <p:slideViewPr>
    <p:cSldViewPr snapToGrid="0">
      <p:cViewPr varScale="1">
        <p:scale>
          <a:sx n="72" d="100"/>
          <a:sy n="72" d="100"/>
        </p:scale>
        <p:origin x="91" y="60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ushal konnur" userId="429f8f67305ec229" providerId="LiveId" clId="{E629A7C8-4A37-40B0-B7E3-2A3FC0B62F4F}"/>
    <pc:docChg chg="modSld">
      <pc:chgData name="koushal konnur" userId="429f8f67305ec229" providerId="LiveId" clId="{E629A7C8-4A37-40B0-B7E3-2A3FC0B62F4F}" dt="2026-06-18T13:18:40.608" v="46" actId="20577"/>
      <pc:docMkLst>
        <pc:docMk/>
      </pc:docMkLst>
      <pc:sldChg chg="modSp mod">
        <pc:chgData name="koushal konnur" userId="429f8f67305ec229" providerId="LiveId" clId="{E629A7C8-4A37-40B0-B7E3-2A3FC0B62F4F}" dt="2026-06-18T13:16:21.159" v="1" actId="1076"/>
        <pc:sldMkLst>
          <pc:docMk/>
          <pc:sldMk cId="799538430" sldId="256"/>
        </pc:sldMkLst>
        <pc:spChg chg="mod">
          <ac:chgData name="koushal konnur" userId="429f8f67305ec229" providerId="LiveId" clId="{E629A7C8-4A37-40B0-B7E3-2A3FC0B62F4F}" dt="2026-06-18T13:16:18.799" v="0" actId="1076"/>
          <ac:spMkLst>
            <pc:docMk/>
            <pc:sldMk cId="799538430" sldId="256"/>
            <ac:spMk id="2" creationId="{D940D604-D6BA-A5A1-E553-35FF6DDD3D78}"/>
          </ac:spMkLst>
        </pc:spChg>
        <pc:spChg chg="mod">
          <ac:chgData name="koushal konnur" userId="429f8f67305ec229" providerId="LiveId" clId="{E629A7C8-4A37-40B0-B7E3-2A3FC0B62F4F}" dt="2026-06-18T13:16:21.159" v="1" actId="1076"/>
          <ac:spMkLst>
            <pc:docMk/>
            <pc:sldMk cId="799538430" sldId="256"/>
            <ac:spMk id="3" creationId="{072BF59F-E27E-D8D5-3A18-39BDA8C89AD5}"/>
          </ac:spMkLst>
        </pc:spChg>
      </pc:sldChg>
      <pc:sldChg chg="modSp mod">
        <pc:chgData name="koushal konnur" userId="429f8f67305ec229" providerId="LiveId" clId="{E629A7C8-4A37-40B0-B7E3-2A3FC0B62F4F}" dt="2026-06-18T13:18:40.608" v="46" actId="20577"/>
        <pc:sldMkLst>
          <pc:docMk/>
          <pc:sldMk cId="4126881812" sldId="259"/>
        </pc:sldMkLst>
        <pc:spChg chg="mod">
          <ac:chgData name="koushal konnur" userId="429f8f67305ec229" providerId="LiveId" clId="{E629A7C8-4A37-40B0-B7E3-2A3FC0B62F4F}" dt="2026-06-18T13:18:40.608" v="46" actId="20577"/>
          <ac:spMkLst>
            <pc:docMk/>
            <pc:sldMk cId="4126881812" sldId="259"/>
            <ac:spMk id="3" creationId="{C5CC0CBD-19DB-7D68-CC36-3ED8FB60BB46}"/>
          </ac:spMkLst>
        </pc:spChg>
        <pc:picChg chg="mod">
          <ac:chgData name="koushal konnur" userId="429f8f67305ec229" providerId="LiveId" clId="{E629A7C8-4A37-40B0-B7E3-2A3FC0B62F4F}" dt="2026-06-18T13:16:42.077" v="2" actId="14100"/>
          <ac:picMkLst>
            <pc:docMk/>
            <pc:sldMk cId="4126881812" sldId="259"/>
            <ac:picMk id="4" creationId="{CAB272CE-1346-FBA0-BDB9-E71865237E3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1B0B6C-AD55-43E9-B4C4-19C2B915E45A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7CBE0E-3500-4416-B8C6-903A4A94FD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2632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7CBE0E-3500-4416-B8C6-903A4A94FD46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28158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96E4A-60E6-4567-8009-A130CCF68534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0DF14AA2-6589-4EC6-839C-ABB9CACB2B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0867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96E4A-60E6-4567-8009-A130CCF68534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14AA2-6589-4EC6-839C-ABB9CACB2B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570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96E4A-60E6-4567-8009-A130CCF68534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DF14AA2-6589-4EC6-839C-ABB9CACB2B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3757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96E4A-60E6-4567-8009-A130CCF68534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0DF14AA2-6589-4EC6-839C-ABB9CACB2B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7014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96E4A-60E6-4567-8009-A130CCF68534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0DF14AA2-6589-4EC6-839C-ABB9CACB2B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65923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96E4A-60E6-4567-8009-A130CCF68534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14AA2-6589-4EC6-839C-ABB9CACB2B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570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96E4A-60E6-4567-8009-A130CCF68534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14AA2-6589-4EC6-839C-ABB9CACB2B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740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96E4A-60E6-4567-8009-A130CCF68534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14AA2-6589-4EC6-839C-ABB9CACB2B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1656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96E4A-60E6-4567-8009-A130CCF68534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DF14AA2-6589-4EC6-839C-ABB9CACB2B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04194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96E4A-60E6-4567-8009-A130CCF68534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DF14AA2-6589-4EC6-839C-ABB9CACB2B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895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96E4A-60E6-4567-8009-A130CCF68534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DF14AA2-6589-4EC6-839C-ABB9CACB2BBD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718974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96E4A-60E6-4567-8009-A130CCF68534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DF14AA2-6589-4EC6-839C-ABB9CACB2B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84188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96E4A-60E6-4567-8009-A130CCF68534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DF14AA2-6589-4EC6-839C-ABB9CACB2BBD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885821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96E4A-60E6-4567-8009-A130CCF68534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DF14AA2-6589-4EC6-839C-ABB9CACB2B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11220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96E4A-60E6-4567-8009-A130CCF68534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14AA2-6589-4EC6-839C-ABB9CACB2B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44706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96E4A-60E6-4567-8009-A130CCF68534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14AA2-6589-4EC6-839C-ABB9CACB2B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4241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F96E4A-60E6-4567-8009-A130CCF68534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0DF14AA2-6589-4EC6-839C-ABB9CACB2B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1454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jpe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0D604-D6BA-A5A1-E553-35FF6DDD3D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97827" y="1461977"/>
            <a:ext cx="8915399" cy="2262781"/>
          </a:xfrm>
        </p:spPr>
        <p:txBody>
          <a:bodyPr/>
          <a:lstStyle/>
          <a:p>
            <a:r>
              <a:rPr lang="en-IN" dirty="0" err="1"/>
              <a:t>SkyBook</a:t>
            </a:r>
            <a:r>
              <a:rPr lang="en-IN" dirty="0"/>
              <a:t> – Flight Booking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2BF59F-E27E-D8D5-3A18-39BDA8C89A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3526" y="4410112"/>
            <a:ext cx="9144000" cy="1533488"/>
          </a:xfrm>
        </p:spPr>
        <p:txBody>
          <a:bodyPr/>
          <a:lstStyle/>
          <a:p>
            <a:r>
              <a:rPr lang="en-IN" dirty="0"/>
              <a:t>Koushal – 2520030009</a:t>
            </a:r>
          </a:p>
          <a:p>
            <a:r>
              <a:rPr lang="en-IN" dirty="0"/>
              <a:t>Varshith – 2520080016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92E5DD-7087-B6E8-B8F0-19D8A13D54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5487" y="200949"/>
            <a:ext cx="2257425" cy="101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538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7EDA7-001B-C7B3-1500-167E9A793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Abstract:-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D0F17A-FFA5-2489-BE18-8BDEFCCA33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Air travel is widely used but online booking platforms are often complex and hard to navigate for everyday users </a:t>
            </a:r>
            <a:r>
              <a:rPr lang="en-IN" dirty="0" err="1"/>
              <a:t>SkyBook</a:t>
            </a:r>
            <a:r>
              <a:rPr lang="en-IN" dirty="0"/>
              <a:t> is a beginner-friendly web-based flight booking system that simplifies the entire search and reservation process.</a:t>
            </a:r>
          </a:p>
          <a:p>
            <a:r>
              <a:rPr lang="en-IN" dirty="0"/>
              <a:t>Users can search flights by source, destination, date and class with real-time results Key features include seat selection, booking summary, mock payment, e-ticket generation and booking history Built using React.js, Node.js, Express.js, Bootstrap and MySQL Designed as a complete full-stack application split across 5 core modules.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8D8799-E523-7C3D-991D-DCDDDA3112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3711" y="171449"/>
            <a:ext cx="2257425" cy="101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282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A8178-AFC8-064B-5888-09FAA8051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Module Distribution &amp; Mapping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81DD358-5DDD-A668-C23A-7CF627A013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88612255"/>
              </p:ext>
            </p:extLst>
          </p:nvPr>
        </p:nvGraphicFramePr>
        <p:xfrm>
          <a:off x="838200" y="2289651"/>
          <a:ext cx="9985744" cy="4015456"/>
        </p:xfrm>
        <a:graphic>
          <a:graphicData uri="http://schemas.openxmlformats.org/drawingml/2006/table">
            <a:tbl>
              <a:tblPr/>
              <a:tblGrid>
                <a:gridCol w="5056420">
                  <a:extLst>
                    <a:ext uri="{9D8B030D-6E8A-4147-A177-3AD203B41FA5}">
                      <a16:colId xmlns:a16="http://schemas.microsoft.com/office/drawing/2014/main" val="3241671771"/>
                    </a:ext>
                  </a:extLst>
                </a:gridCol>
                <a:gridCol w="4929324">
                  <a:extLst>
                    <a:ext uri="{9D8B030D-6E8A-4147-A177-3AD203B41FA5}">
                      <a16:colId xmlns:a16="http://schemas.microsoft.com/office/drawing/2014/main" val="37276022"/>
                    </a:ext>
                  </a:extLst>
                </a:gridCol>
              </a:tblGrid>
              <a:tr h="4461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Module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Goal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7554722"/>
                  </a:ext>
                </a:extLst>
              </a:tr>
              <a:tr h="4461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User Auth &amp; Notifications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Secure login, register and real-time alerts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6925180"/>
                  </a:ext>
                </a:extLst>
              </a:tr>
              <a:tr h="7807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Flight Search &amp; Filters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Search flights and filter by price, airline, stops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0701486"/>
                  </a:ext>
                </a:extLst>
              </a:tr>
              <a:tr h="7807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Seat Selection &amp; Booking Summary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Pick seat and review booking before payment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1164948"/>
                  </a:ext>
                </a:extLst>
              </a:tr>
              <a:tr h="7807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Payment &amp; E-Ticket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Mock payment and auto-generate downloadable ticket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5909302"/>
                  </a:ext>
                </a:extLst>
              </a:tr>
              <a:tr h="7807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Booking History &amp; Admin Dashboard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Track bookings and manage system as admin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4381656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35CF02B9-AC7E-16E7-35FB-6F2F0E35BA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5231" y="43305"/>
            <a:ext cx="2257425" cy="101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9555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28225-A7F9-46FC-9C81-B15635766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6632"/>
            <a:ext cx="10515600" cy="1325563"/>
          </a:xfrm>
        </p:spPr>
        <p:txBody>
          <a:bodyPr/>
          <a:lstStyle/>
          <a:p>
            <a:r>
              <a:rPr lang="en-IN" dirty="0"/>
              <a:t>Overall Implementation &amp; Technologies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CC0CBD-19DB-7D68-CC36-3ED8FB60BB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90307"/>
            <a:ext cx="10515600" cy="4540102"/>
          </a:xfrm>
        </p:spPr>
        <p:txBody>
          <a:bodyPr/>
          <a:lstStyle/>
          <a:p>
            <a:r>
              <a:rPr lang="en-IN" b="1" dirty="0"/>
              <a:t>How it works (flow):</a:t>
            </a:r>
            <a:br>
              <a:rPr lang="en-IN" dirty="0"/>
            </a:br>
            <a:r>
              <a:rPr lang="en-IN" dirty="0"/>
              <a:t>Homepage → Search Flights → View &amp; Filter Results → Select Seat → Review Summary → Payment → E-Ticket Generated </a:t>
            </a:r>
          </a:p>
          <a:p>
            <a:r>
              <a:rPr lang="en-IN" dirty="0"/>
              <a:t>React.js, React Router, Context API</a:t>
            </a:r>
          </a:p>
          <a:p>
            <a:r>
              <a:rPr lang="en-IN" dirty="0"/>
              <a:t>VS Code, </a:t>
            </a:r>
            <a:r>
              <a:rPr lang="en-IN" dirty="0" err="1"/>
              <a:t>npm</a:t>
            </a:r>
            <a:r>
              <a:rPr lang="en-IN" dirty="0"/>
              <a:t>, </a:t>
            </a:r>
            <a:r>
              <a:rPr lang="en-IN" dirty="0" err="1"/>
              <a:t>javascript</a:t>
            </a:r>
            <a:endParaRPr lang="en-IN" dirty="0"/>
          </a:p>
          <a:p>
            <a:r>
              <a:rPr lang="en-IN" dirty="0"/>
              <a:t>Html , </a:t>
            </a:r>
            <a:r>
              <a:rPr lang="en-IN" dirty="0" err="1"/>
              <a:t>css</a:t>
            </a:r>
            <a:endParaRPr lang="en-IN" dirty="0"/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B272CE-1346-FBA0-BDB9-E71865237E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7506" y="78933"/>
            <a:ext cx="2257425" cy="75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8818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C5061-FD95-CC91-70B7-50E460715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2697" y="234268"/>
            <a:ext cx="8911687" cy="1280890"/>
          </a:xfrm>
        </p:spPr>
        <p:txBody>
          <a:bodyPr/>
          <a:lstStyle/>
          <a:p>
            <a:r>
              <a:rPr lang="en-IN" dirty="0"/>
              <a:t>Code and Output:-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82DA95F-AB1C-3F46-A586-D01F5D6AAD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85243" y="166503"/>
            <a:ext cx="5407735" cy="31165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29003E7-1A80-05DC-5F0C-33155C0AB4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956" y="1361078"/>
            <a:ext cx="4989751" cy="384401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174FAD0-5C55-E671-8368-79BA938C4E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8541" y="3545697"/>
            <a:ext cx="5847906" cy="32021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FFEF552-4ABD-908C-F332-B7E1BFCCBB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8203" y="5691461"/>
            <a:ext cx="2257425" cy="101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090727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19</TotalTime>
  <Words>229</Words>
  <Application>Microsoft Office PowerPoint</Application>
  <PresentationFormat>Widescreen</PresentationFormat>
  <Paragraphs>26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Arial</vt:lpstr>
      <vt:lpstr>Century Gothic</vt:lpstr>
      <vt:lpstr>Wingdings 3</vt:lpstr>
      <vt:lpstr>Wisp</vt:lpstr>
      <vt:lpstr>SkyBook – Flight Booking System</vt:lpstr>
      <vt:lpstr>Abstract:-</vt:lpstr>
      <vt:lpstr>Module Distribution &amp; Mapping</vt:lpstr>
      <vt:lpstr>Overall Implementation &amp; Technologies Used</vt:lpstr>
      <vt:lpstr>Code and Output:-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koushal konnur</dc:creator>
  <cp:lastModifiedBy>koushal konnur</cp:lastModifiedBy>
  <cp:revision>1</cp:revision>
  <dcterms:created xsi:type="dcterms:W3CDTF">2026-06-18T12:59:01Z</dcterms:created>
  <dcterms:modified xsi:type="dcterms:W3CDTF">2026-06-18T13:18:56Z</dcterms:modified>
</cp:coreProperties>
</file>